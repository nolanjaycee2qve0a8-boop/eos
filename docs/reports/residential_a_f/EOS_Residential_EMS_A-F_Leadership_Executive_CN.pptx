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b9ed9b286c474c" /><Relationship Type="http://schemas.openxmlformats.org/officeDocument/2006/relationships/extended-properties" Target="/docProps/app.xml" Id="R9306c7f1e4f64c3b" /><Relationship Type="http://schemas.openxmlformats.org/officeDocument/2006/relationships/officeDocument" Target="/ppt/presentation.xml" Id="R39ad3236c45d46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d32500669f4433"/>
  </p:sldMasterIdLst>
  <p:notesMasterIdLst>
    <p:notesMasterId xmlns:r="http://schemas.openxmlformats.org/officeDocument/2006/relationships" r:id="R3ee3046641c74e0a"/>
  </p:notesMasterIdLst>
  <p:sldIdLst>
    <p:sldId xmlns:r="http://schemas.openxmlformats.org/officeDocument/2006/relationships" id="256" r:id="R6df41c194a054a76"/>
    <p:sldId xmlns:r="http://schemas.openxmlformats.org/officeDocument/2006/relationships" id="257" r:id="Ref575f2f9ace4be7"/>
    <p:sldId xmlns:r="http://schemas.openxmlformats.org/officeDocument/2006/relationships" id="258" r:id="R1c543c70d80245e4"/>
    <p:sldId xmlns:r="http://schemas.openxmlformats.org/officeDocument/2006/relationships" id="259" r:id="R76cfa409c4f143ce"/>
    <p:sldId xmlns:r="http://schemas.openxmlformats.org/officeDocument/2006/relationships" id="260" r:id="R5a580e159ffa4e38"/>
    <p:sldId xmlns:r="http://schemas.openxmlformats.org/officeDocument/2006/relationships" id="261" r:id="Re9300f9b8aef4d0e"/>
    <p:sldId xmlns:r="http://schemas.openxmlformats.org/officeDocument/2006/relationships" id="262" r:id="R0aec026e524e409b"/>
    <p:sldId xmlns:r="http://schemas.openxmlformats.org/officeDocument/2006/relationships" id="263" r:id="R615263cf72d0467a"/>
    <p:sldId xmlns:r="http://schemas.openxmlformats.org/officeDocument/2006/relationships" id="264" r:id="R06f237c0726346e3"/>
    <p:sldId xmlns:r="http://schemas.openxmlformats.org/officeDocument/2006/relationships" id="265" r:id="Ra6e3dd6938e84539"/>
    <p:sldId xmlns:r="http://schemas.openxmlformats.org/officeDocument/2006/relationships" id="266" r:id="Rb30eddb8fac84f40"/>
    <p:sldId xmlns:r="http://schemas.openxmlformats.org/officeDocument/2006/relationships" id="267" r:id="R11fcc311c61b4c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3d7764ece840b5" /><Relationship Type="http://schemas.openxmlformats.org/officeDocument/2006/relationships/slideMaster" Target="/ppt/slideMasters/slideMaster1.xml" Id="R0cd32500669f4433" /><Relationship Type="http://schemas.openxmlformats.org/officeDocument/2006/relationships/notesMaster" Target="/ppt/notesMasters/notesMaster1.xml" Id="R3ee3046641c74e0a" /><Relationship Type="http://schemas.openxmlformats.org/officeDocument/2006/relationships/presProps" Target="/ppt/presProps.xml" Id="Radaa1b4e68944683" /><Relationship Type="http://schemas.openxmlformats.org/officeDocument/2006/relationships/tableStyles" Target="/ppt/tableStyles.xml" Id="Rc0489e4497c24e55" /><Relationship Type="http://schemas.openxmlformats.org/officeDocument/2006/relationships/slide" Target="/ppt/slides/slide1.xml" Id="R6df41c194a054a76" /><Relationship Type="http://schemas.openxmlformats.org/officeDocument/2006/relationships/slide" Target="/ppt/slides/slide2.xml" Id="Ref575f2f9ace4be7" /><Relationship Type="http://schemas.openxmlformats.org/officeDocument/2006/relationships/slide" Target="/ppt/slides/slide3.xml" Id="R1c543c70d80245e4" /><Relationship Type="http://schemas.openxmlformats.org/officeDocument/2006/relationships/slide" Target="/ppt/slides/slide4.xml" Id="R76cfa409c4f143ce" /><Relationship Type="http://schemas.openxmlformats.org/officeDocument/2006/relationships/slide" Target="/ppt/slides/slide5.xml" Id="R5a580e159ffa4e38" /><Relationship Type="http://schemas.openxmlformats.org/officeDocument/2006/relationships/slide" Target="/ppt/slides/slide6.xml" Id="Re9300f9b8aef4d0e" /><Relationship Type="http://schemas.openxmlformats.org/officeDocument/2006/relationships/slide" Target="/ppt/slides/slide7.xml" Id="R0aec026e524e409b" /><Relationship Type="http://schemas.openxmlformats.org/officeDocument/2006/relationships/slide" Target="/ppt/slides/slide8.xml" Id="R615263cf72d0467a" /><Relationship Type="http://schemas.openxmlformats.org/officeDocument/2006/relationships/slide" Target="/ppt/slides/slide9.xml" Id="R06f237c0726346e3" /><Relationship Type="http://schemas.openxmlformats.org/officeDocument/2006/relationships/slide" Target="/ppt/slides/slide10.xml" Id="Ra6e3dd6938e84539" /><Relationship Type="http://schemas.openxmlformats.org/officeDocument/2006/relationships/slide" Target="/ppt/slides/slide11.xml" Id="Rb30eddb8fac84f40" /><Relationship Type="http://schemas.openxmlformats.org/officeDocument/2006/relationships/slide" Target="/ppt/slides/slide12.xml" Id="R11fcc311c61b4c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0573251c0049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8be45edcd34237" /><Relationship Type="http://schemas.openxmlformats.org/officeDocument/2006/relationships/notesMaster" Target="/ppt/notesMasters/notesMaster1.xml" Id="Re34604762094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9d1180732a45e6" /><Relationship Type="http://schemas.openxmlformats.org/officeDocument/2006/relationships/notesMaster" Target="/ppt/notesMasters/notesMaster1.xml" Id="Re70fa69de5f44d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45ab442d974baf" /><Relationship Type="http://schemas.openxmlformats.org/officeDocument/2006/relationships/notesMaster" Target="/ppt/notesMasters/notesMaster1.xml" Id="R00587e2bce294d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35bf99d9d94761" /><Relationship Type="http://schemas.openxmlformats.org/officeDocument/2006/relationships/notesMaster" Target="/ppt/notesMasters/notesMaster1.xml" Id="R377ec88b923547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fa8801cc5441a2" /><Relationship Type="http://schemas.openxmlformats.org/officeDocument/2006/relationships/notesMaster" Target="/ppt/notesMasters/notesMaster1.xml" Id="Raf6e034670084a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bfc344a05543b9" /><Relationship Type="http://schemas.openxmlformats.org/officeDocument/2006/relationships/notesMaster" Target="/ppt/notesMasters/notesMaster1.xml" Id="R965b2ca391db48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43866a3dab4c96" /><Relationship Type="http://schemas.openxmlformats.org/officeDocument/2006/relationships/notesMaster" Target="/ppt/notesMasters/notesMaster1.xml" Id="R1738cb4e66ab4f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80a9dc4b8d4c90" /><Relationship Type="http://schemas.openxmlformats.org/officeDocument/2006/relationships/notesMaster" Target="/ppt/notesMasters/notesMaster1.xml" Id="Rc43531ea72f745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77c29157894860" /><Relationship Type="http://schemas.openxmlformats.org/officeDocument/2006/relationships/notesMaster" Target="/ppt/notesMasters/notesMaster1.xml" Id="Rcb41a088f2a240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6345ea475f412b" /><Relationship Type="http://schemas.openxmlformats.org/officeDocument/2006/relationships/notesMaster" Target="/ppt/notesMasters/notesMaster1.xml" Id="R1362c6a509884a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318ae208e84c8c" /><Relationship Type="http://schemas.openxmlformats.org/officeDocument/2006/relationships/notesMaster" Target="/ppt/notesMasters/notesMaster1.xml" Id="R3810e9ce6a0945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a6ec879a6c401f" /><Relationship Type="http://schemas.openxmlformats.org/officeDocument/2006/relationships/notesMaster" Target="/ppt/notesMasters/notesMaster1.xml" Id="Rcbfb5eadfd124c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6620a9b4a45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51ac1ab6aa49fa" /><Relationship Type="http://schemas.openxmlformats.org/officeDocument/2006/relationships/slideLayout" Target="/ppt/slideLayouts/slideLayout1.xml" Id="R8fe854693b5249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e854693b5249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49ba5d03445fa" /><Relationship Type="http://schemas.openxmlformats.org/officeDocument/2006/relationships/image" Target="/ppt/media/image.png" Id="Rc4b43d2655cd4b47" /><Relationship Type="http://schemas.openxmlformats.org/officeDocument/2006/relationships/notesSlide" Target="/ppt/notesSlides/notesSlide1.xml" Id="R2636ad62bba146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11ef456884eff" /><Relationship Type="http://schemas.openxmlformats.org/officeDocument/2006/relationships/image" Target="/ppt/media/image2.png" Id="R775d44ff2b544de0" /><Relationship Type="http://schemas.openxmlformats.org/officeDocument/2006/relationships/notesSlide" Target="/ppt/notesSlides/notesSlide2.xml" Id="R9d19938e567c4e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f7ecc5295452d" /><Relationship Type="http://schemas.openxmlformats.org/officeDocument/2006/relationships/image" Target="/ppt/media/image3.png" Id="R3ebc436a097f4bac" /><Relationship Type="http://schemas.openxmlformats.org/officeDocument/2006/relationships/notesSlide" Target="/ppt/notesSlides/notesSlide3.xml" Id="Rd42f367dd85b4c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f87f990084a46" /><Relationship Type="http://schemas.openxmlformats.org/officeDocument/2006/relationships/image" Target="/ppt/media/image4.png" Id="R5f752ec14146403d" /><Relationship Type="http://schemas.openxmlformats.org/officeDocument/2006/relationships/notesSlide" Target="/ppt/notesSlides/notesSlide4.xml" Id="Rc133244389b84a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ae30973ac4c19" /><Relationship Type="http://schemas.openxmlformats.org/officeDocument/2006/relationships/image" Target="/ppt/media/image5.png" Id="Rdf1eabe3ce6a4047" /><Relationship Type="http://schemas.openxmlformats.org/officeDocument/2006/relationships/notesSlide" Target="/ppt/notesSlides/notesSlide5.xml" Id="R9c6c149d60b447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beb396a214afd" /><Relationship Type="http://schemas.openxmlformats.org/officeDocument/2006/relationships/image" Target="/ppt/media/image6.png" Id="R18f65b6197324ee5" /><Relationship Type="http://schemas.openxmlformats.org/officeDocument/2006/relationships/notesSlide" Target="/ppt/notesSlides/notesSlide6.xml" Id="R555cda9ad90e42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77265b15e4ac1" /><Relationship Type="http://schemas.openxmlformats.org/officeDocument/2006/relationships/image" Target="/ppt/media/image7.png" Id="R036afec812e147be" /><Relationship Type="http://schemas.openxmlformats.org/officeDocument/2006/relationships/notesSlide" Target="/ppt/notesSlides/notesSlide7.xml" Id="Rb17bc19a892345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08a32c7be4b39" /><Relationship Type="http://schemas.openxmlformats.org/officeDocument/2006/relationships/image" Target="/ppt/media/image8.png" Id="Rc3e1f418c5d04c0d" /><Relationship Type="http://schemas.openxmlformats.org/officeDocument/2006/relationships/notesSlide" Target="/ppt/notesSlides/notesSlide8.xml" Id="R3bbeb3c7d0e24d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498ed67874aff" /><Relationship Type="http://schemas.openxmlformats.org/officeDocument/2006/relationships/image" Target="/ppt/media/image9.png" Id="Rf646b788df564b87" /><Relationship Type="http://schemas.openxmlformats.org/officeDocument/2006/relationships/notesSlide" Target="/ppt/notesSlides/notesSlide9.xml" Id="R99ff5b9733ef4b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6fa85d2a74c05" /><Relationship Type="http://schemas.openxmlformats.org/officeDocument/2006/relationships/image" Target="/ppt/media/image10.png" Id="Rc2352eec1cd24d53" /><Relationship Type="http://schemas.openxmlformats.org/officeDocument/2006/relationships/notesSlide" Target="/ppt/notesSlides/notesSlide10.xml" Id="R96cd1a400b4345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df3fde0b64948" /><Relationship Type="http://schemas.openxmlformats.org/officeDocument/2006/relationships/image" Target="/ppt/media/image11.png" Id="R26f6ed2a6b2f43ef" /><Relationship Type="http://schemas.openxmlformats.org/officeDocument/2006/relationships/notesSlide" Target="/ppt/notesSlides/notesSlide11.xml" Id="R52e38ac1c73b45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af8f099e2434f" /><Relationship Type="http://schemas.openxmlformats.org/officeDocument/2006/relationships/image" Target="/ppt/media/image12.png" Id="R9d825a5647b84ba0" /><Relationship Type="http://schemas.openxmlformats.org/officeDocument/2006/relationships/notesSlide" Target="/ppt/notesSlides/notesSlide12.xml" Id="R5d5f9c2cf7a74c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43d2655cd4b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2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d44ff2b544d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8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c436a097f4b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55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52ec1414640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92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eabe3ce6a40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9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65b6197324e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43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afec812e147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11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1f418c5d04c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249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6b788df564b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614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52eec1cd24d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385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6ed2a6b2f43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1025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25a5647b84b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95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2026-08-20T08:55:43.0860000Z</dcterms:created>
  <dcterms:modified xsi:type="dcterms:W3CDTF">2026-08-20T08:55:43.0860000Z</dcterms:modified>
</coreProperties>
</file>